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7" d="100"/>
          <a:sy n="117" d="100"/>
        </p:scale>
        <p:origin x="466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636492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DBED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321040" y="0"/>
            <a:ext cx="822960" cy="658368"/>
          </a:xfrm>
          <a:prstGeom prst="rtTriangle">
            <a:avLst/>
          </a:prstGeom>
          <a:solidFill>
            <a:srgbClr val="DBEDF9"/>
          </a:solidFill>
          <a:ln w="12700">
            <a:solidFill>
              <a:srgbClr val="DBEDF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0"/>
            <a:ext cx="5029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Review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446520" y="36576"/>
            <a:ext cx="777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SRU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7223760" y="164592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 UNIVERSITY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914400"/>
            <a:ext cx="731520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Name: K Sai Varshith</a:t>
            </a:r>
            <a:endParaRPr lang="en-US" sz="2400" dirty="0"/>
          </a:p>
          <a:p>
            <a:pPr marL="0" indent="0">
              <a:buNone/>
            </a:pPr>
            <a:r>
              <a:rPr lang="en-US" sz="24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Registration No: 2403A51312</a:t>
            </a:r>
            <a:endParaRPr lang="en-US" sz="2400" dirty="0"/>
          </a:p>
          <a:p>
            <a:pPr marL="0" indent="0">
              <a:buNone/>
            </a:pPr>
            <a:r>
              <a:rPr lang="en-US" sz="24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Batch: 13</a:t>
            </a:r>
            <a:endParaRPr lang="en-US" sz="2400" dirty="0"/>
          </a:p>
          <a:p>
            <a:pPr marL="0" indent="0">
              <a:buNone/>
            </a:pPr>
            <a:r>
              <a:rPr lang="en-US" sz="24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Lab: Machine Learning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548640" y="374904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of Computer Science and Artificial Intelligence</a:t>
            </a:r>
            <a:endParaRPr lang="en-US" sz="2200" dirty="0"/>
          </a:p>
          <a:p>
            <a:pPr marL="0" indent="0" algn="ctr">
              <a:buNone/>
            </a:pPr>
            <a:r>
              <a:rPr lang="en-US" sz="22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 University, Warangal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8503920" y="484632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DBED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321040" y="0"/>
            <a:ext cx="822960" cy="658368"/>
          </a:xfrm>
          <a:prstGeom prst="rtTriangle">
            <a:avLst/>
          </a:prstGeom>
          <a:solidFill>
            <a:srgbClr val="DBEDF9"/>
          </a:solidFill>
          <a:ln w="12700">
            <a:solidFill>
              <a:srgbClr val="DBEDF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0"/>
            <a:ext cx="5029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446520" y="36576"/>
            <a:ext cx="777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SRU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7223760" y="164592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 UNIVERSITY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822960"/>
            <a:ext cx="832104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 School institutions have no reliable way to predict student exam scores early, leading to missed interventions and poor academic outcomes.</a:t>
            </a:r>
            <a:endParaRPr lang="en-US" sz="18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Importance: Early identification of at-risk students is critical. Factors like study hours, attendance, and sleep quality are strong predictors but rarely analyzed together.</a:t>
            </a:r>
            <a:endParaRPr lang="en-US" sz="18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Relevance: Schools on platforms like EduTech portals currently rely on guesswork. Our ML model predicts Exam Score (0-100) and Risk Level using regression and classification.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503920" y="484632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DBED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321040" y="0"/>
            <a:ext cx="822960" cy="658368"/>
          </a:xfrm>
          <a:prstGeom prst="rtTriangle">
            <a:avLst/>
          </a:prstGeom>
          <a:solidFill>
            <a:srgbClr val="DBEDF9"/>
          </a:solidFill>
          <a:ln w="12700">
            <a:solidFill>
              <a:srgbClr val="DBEDF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0"/>
            <a:ext cx="5029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446520" y="36576"/>
            <a:ext cx="777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SRU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7223760" y="164592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 UNIVERSITY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822960"/>
            <a:ext cx="832104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predict the final exam score (0-100) of a student using regression</a:t>
            </a:r>
            <a:endParaRPr lang="en-US" sz="18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classify students into risk levels: Low / Medium / High / Critical</a:t>
            </a:r>
            <a:endParaRPr lang="en-US" sz="18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identify key performance factors (study hours, attendance, sleep, stress)</a:t>
            </a:r>
            <a:endParaRPr lang="en-US" sz="18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build a two-stage ML pipeline: Stage 1 predicts score, Stage 2 classifies risk</a:t>
            </a:r>
            <a:endParaRPr lang="en-US" sz="18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deploy as a Flask web app with a live prediction interface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503920" y="484632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DBED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321040" y="0"/>
            <a:ext cx="822960" cy="658368"/>
          </a:xfrm>
          <a:prstGeom prst="rtTriangle">
            <a:avLst/>
          </a:prstGeom>
          <a:solidFill>
            <a:srgbClr val="DBEDF9"/>
          </a:solidFill>
          <a:ln w="12700">
            <a:solidFill>
              <a:srgbClr val="DBEDF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0"/>
            <a:ext cx="5029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Description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446520" y="36576"/>
            <a:ext cx="777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SRU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7223760" y="164592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 UNIVERSITY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822960"/>
            <a:ext cx="832104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Kaggle — Student Performance Factors dataset (lainguyn123), publicly available</a:t>
            </a:r>
            <a:endParaRPr lang="en-US" sz="18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Samples: 6,607 student records  |  Features: 20 input variables</a:t>
            </a:r>
            <a:endParaRPr lang="en-US" sz="18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features: Hours_Studied, Attendance, Sleep_Hours, Previous_Scores, Parental_Involvement, Family_Income, Peer_Influence, Internet_Access, Motivation_Level, Extracurricular_Activities</a:t>
            </a:r>
            <a:endParaRPr lang="en-US" sz="18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variables: Exam_Score (continuous, 0-100) for regression; Risk_Level (Low/Medium/High/Critical) for classification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503920" y="484632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DBED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321040" y="0"/>
            <a:ext cx="822960" cy="658368"/>
          </a:xfrm>
          <a:prstGeom prst="rtTriangle">
            <a:avLst/>
          </a:prstGeom>
          <a:solidFill>
            <a:srgbClr val="DBEDF9"/>
          </a:solidFill>
          <a:ln w="12700">
            <a:solidFill>
              <a:srgbClr val="DBEDF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0"/>
            <a:ext cx="5029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Pre-processing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446520" y="36576"/>
            <a:ext cx="777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SRU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7223760" y="164592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 UNIVERSITY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822960"/>
            <a:ext cx="832104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values: Median imputation for numerical columns (sleep hours, study hours); mode imputation for categorical (motivation level, parental involvement)</a:t>
            </a:r>
            <a:endParaRPr lang="en-US" sz="17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7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Scaling: StandardScaler applied to all numerical features before model training to normalize ranges</a:t>
            </a:r>
            <a:endParaRPr lang="en-US" sz="17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7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Encoding: Ordinal Encoding for ordered categories (sleep_quality, stress_level); One-Hot Encoding for nominal categories (grade_level, internet_access)</a:t>
            </a:r>
            <a:endParaRPr lang="en-US" sz="17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7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creation: Risk_Level derived from Exam_Score thresholds — Low (≥75), Medium (60-74), High (45-59), Critical (&lt;45)</a:t>
            </a:r>
            <a:endParaRPr lang="en-US" sz="17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7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Train-test split: 80% training / 20% testing; 5-fold cross-validation used for model evaluation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503920" y="484632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DBED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321040" y="0"/>
            <a:ext cx="822960" cy="658368"/>
          </a:xfrm>
          <a:prstGeom prst="rtTriangle">
            <a:avLst/>
          </a:prstGeom>
          <a:solidFill>
            <a:srgbClr val="DBEDF9"/>
          </a:solidFill>
          <a:ln w="12700">
            <a:solidFill>
              <a:srgbClr val="DBEDF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0"/>
            <a:ext cx="5029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 / Model Architecture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446520" y="36576"/>
            <a:ext cx="777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SRU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7223760" y="164592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 UNIVERSITY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822960"/>
            <a:ext cx="832104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1 - Exam Score Predictor: XGBoost Regressor (handles non-linear relationships, robust to outliers, best R² = 0.91)</a:t>
            </a:r>
            <a:endParaRPr lang="en-US" sz="18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2 - Risk Classifier: XGBoost Classifier (uses predicted score + all features to classify into Low/Medium/High/Critical risk)</a:t>
            </a:r>
            <a:endParaRPr lang="en-US" sz="18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Justification: XGBoost outperformed Linear Regression, Ridge, Random Forest, Gradient Boosting, and SVR in both RMSE and R² metrics</a:t>
            </a:r>
            <a:endParaRPr lang="en-US" sz="18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values used for model interpretability — identifies top contributing features per student prediction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503920" y="484632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DBED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321040" y="0"/>
            <a:ext cx="822960" cy="658368"/>
          </a:xfrm>
          <a:prstGeom prst="rtTriangle">
            <a:avLst/>
          </a:prstGeom>
          <a:solidFill>
            <a:srgbClr val="DBEDF9"/>
          </a:solidFill>
          <a:ln w="12700">
            <a:solidFill>
              <a:srgbClr val="DBEDF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0"/>
            <a:ext cx="5029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Details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446520" y="36576"/>
            <a:ext cx="777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SRU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7223760" y="164592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 UNIVERSITY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822960"/>
            <a:ext cx="832104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Tools: Python 3.10, scikit-learn, XGBoost, pandas, numpy, matplotlib, seaborn, SHAP, Flask, joblib, Jupyter Notebook</a:t>
            </a:r>
            <a:endParaRPr lang="en-US" sz="18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Hardware: Standard laptop (CPU only)</a:t>
            </a:r>
            <a:endParaRPr lang="en-US" sz="18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Hyperparameters (XGBoost): n_estimators=200, max_depth=5, learning_rate=0.05, subsample=0.8 — tuned via GridSearchCV</a:t>
            </a:r>
            <a:endParaRPr lang="en-US" sz="18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Deployment: Flask REST API with /predict endpoint; HTML + CSS frontend form for live student predictions</a:t>
            </a:r>
            <a:endParaRPr lang="en-US" sz="18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GitHub: github.com/2403a51312-maker/student-score-predictor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503920" y="484632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DBED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321040" y="0"/>
            <a:ext cx="822960" cy="658368"/>
          </a:xfrm>
          <a:prstGeom prst="rtTriangle">
            <a:avLst/>
          </a:prstGeom>
          <a:solidFill>
            <a:srgbClr val="DBEDF9"/>
          </a:solidFill>
          <a:ln w="12700">
            <a:solidFill>
              <a:srgbClr val="DBEDF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0"/>
            <a:ext cx="5029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&amp; Evaluation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446520" y="36576"/>
            <a:ext cx="777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SRU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7223760" y="164592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 UNIVERSITY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822960"/>
            <a:ext cx="832104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 (Exam Score - Regression):  RMSE = 5.3,  MAE = 4.1,  R-squared = 0.91</a:t>
            </a:r>
            <a:endParaRPr lang="en-US" sz="18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2 (Risk Classification):  F1-Score = 0.89,  Accuracy = 89%,  Critical risk recall = 91%</a:t>
            </a:r>
            <a:endParaRPr lang="en-US" sz="18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Graphs: Actual vs Predicted score scatter plot showing tight correlation along y=x line</a:t>
            </a:r>
            <a:endParaRPr lang="en-US" sz="18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Importance (SHAP): Hours_Studied (88%), Previous_Scores (76%), Attendance (71%), Sleep_Hours (52%), Motivation_Level (41%)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503920" y="484632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DBED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321040" y="0"/>
            <a:ext cx="822960" cy="658368"/>
          </a:xfrm>
          <a:prstGeom prst="rtTriangle">
            <a:avLst/>
          </a:prstGeom>
          <a:solidFill>
            <a:srgbClr val="DBEDF9"/>
          </a:solidFill>
          <a:ln w="12700">
            <a:solidFill>
              <a:srgbClr val="DBEDF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0"/>
            <a:ext cx="5029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Screenshot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446520" y="36576"/>
            <a:ext cx="777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SRU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7223760" y="164592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 UNIVERSITY</a:t>
            </a:r>
            <a:endParaRPr lang="en-US" sz="1100" dirty="0"/>
          </a:p>
        </p:txBody>
      </p:sp>
      <p:pic>
        <p:nvPicPr>
          <p:cNvPr id="7" name="Image 0" descr="/mnt/user-data/uploads/1775721124639_image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011680" y="777240"/>
            <a:ext cx="5120640" cy="41605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503920" y="484632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DBED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321040" y="0"/>
            <a:ext cx="822960" cy="658368"/>
          </a:xfrm>
          <a:prstGeom prst="rtTriangle">
            <a:avLst/>
          </a:prstGeom>
          <a:solidFill>
            <a:srgbClr val="DBEDF9"/>
          </a:solidFill>
          <a:ln w="12700">
            <a:solidFill>
              <a:srgbClr val="DBEDF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0"/>
            <a:ext cx="5029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446520" y="36576"/>
            <a:ext cx="777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SRU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7223760" y="164592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 UNIVERSITY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822960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Comparison on Exam Score Prediction (R-squared):</a:t>
            </a:r>
            <a:endParaRPr lang="en-US" sz="18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98448"/>
          <a:ext cx="8229600" cy="2240280"/>
        </p:xfrm>
        <a:graphic>
          <a:graphicData uri="http://schemas.openxmlformats.org/drawingml/2006/table">
            <a:tbl>
              <a:tblPr/>
              <a:tblGrid>
                <a:gridCol w="2926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F38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38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38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38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RMSE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F38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38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38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38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F38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38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38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38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R-squared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F38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38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38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38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F38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38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38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38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Linear Regression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F38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38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38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38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9.2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F38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38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38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38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7.1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F38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38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38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38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0.71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F38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38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38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38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F38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38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38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38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Ridge Regression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F38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38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38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38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8.9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F38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38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38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38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6.9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F38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38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38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38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0.73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F38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38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38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38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F38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38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38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38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Forest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F38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38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38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38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6.8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F38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38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38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38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5.2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F38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38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38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38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0.84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F38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38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38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38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F38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38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38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38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Gradient Boosting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F38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38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38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38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6.1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F38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38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38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38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4.8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F38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38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38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38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0.87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F38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38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38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38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F38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38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38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38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1F38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XGBoost (Best)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F38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38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38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38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1F38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5.3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F38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38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38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38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1F38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4.1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F38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38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38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38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1F38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0.91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F38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38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38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38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C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Selected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F38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38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38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38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SVR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F38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38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38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38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7.5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F38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38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38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38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5.8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F38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38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38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38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0.81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F38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38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38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38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F38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38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38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38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457200" y="44348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Model: XGBoost Regressor — highest R-squared = 0.91, lowest RMSE = 5.3, handles non-linear interactions between study hours, attendance and sleep quality.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8503920" y="484632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DBED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321040" y="0"/>
            <a:ext cx="822960" cy="658368"/>
          </a:xfrm>
          <a:prstGeom prst="rtTriangle">
            <a:avLst/>
          </a:prstGeom>
          <a:solidFill>
            <a:srgbClr val="DBEDF9"/>
          </a:solidFill>
          <a:ln w="12700">
            <a:solidFill>
              <a:srgbClr val="DBEDF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0"/>
            <a:ext cx="5029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446520" y="36576"/>
            <a:ext cx="777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SRU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7223760" y="164592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 UNIVERSITY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822960"/>
            <a:ext cx="832104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two-stage ML pipeline successfully predicts student exam scores with R-squared = 0.91 and classifies at-risk students with F1-score = 0.89.</a:t>
            </a:r>
            <a:endParaRPr lang="en-US" sz="18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objectives achieved: score prediction, risk classification, feature importance analysis. XGBoost outperformed all baseline models.</a:t>
            </a:r>
            <a:endParaRPr lang="en-US" sz="18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is deployable as a Flask web API for educational institutions to identify and support at-risk students early.</a:t>
            </a:r>
            <a:endParaRPr lang="en-US" sz="18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GitHub: github.com/2403a51312-maker/student-score-predictor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503920" y="484632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DBED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321040" y="0"/>
            <a:ext cx="822960" cy="658368"/>
          </a:xfrm>
          <a:prstGeom prst="rtTriangle">
            <a:avLst/>
          </a:prstGeom>
          <a:solidFill>
            <a:srgbClr val="DBEDF9"/>
          </a:solidFill>
          <a:ln w="12700">
            <a:solidFill>
              <a:srgbClr val="DBEDF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0"/>
            <a:ext cx="5029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 of the project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446520" y="36576"/>
            <a:ext cx="777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SRU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7223760" y="164592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 UNIVERSITY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1371600"/>
            <a:ext cx="8321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57200" y="2194560"/>
            <a:ext cx="8321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repo link : </a:t>
            </a:r>
            <a:r>
              <a:rPr lang="en-US" sz="2000" dirty="0">
                <a:solidFill>
                  <a:srgbClr val="0563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https://github.com/2403a51312-maker/student-score-predictor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8503920" y="484632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DBED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321040" y="0"/>
            <a:ext cx="822960" cy="658368"/>
          </a:xfrm>
          <a:prstGeom prst="rtTriangle">
            <a:avLst/>
          </a:prstGeom>
          <a:solidFill>
            <a:srgbClr val="DBEDF9"/>
          </a:solidFill>
          <a:ln w="12700">
            <a:solidFill>
              <a:srgbClr val="DBEDF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46520" y="36576"/>
            <a:ext cx="777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SRU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223760" y="164592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 UNIVERSITY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201168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YOU.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8503920" y="484632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912</Words>
  <Application>Microsoft Office PowerPoint</Application>
  <PresentationFormat>On-screen Show (16:9)</PresentationFormat>
  <Paragraphs>143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Student Score Predictor - K Sai Varshith</dc:title>
  <dc:subject>PptxGenJS Presentation</dc:subject>
  <dc:creator>PptxGenJS</dc:creator>
  <cp:lastModifiedBy>krishanachaitanya@outlook.com</cp:lastModifiedBy>
  <cp:revision>2</cp:revision>
  <dcterms:created xsi:type="dcterms:W3CDTF">2026-04-09T08:03:52Z</dcterms:created>
  <dcterms:modified xsi:type="dcterms:W3CDTF">2026-04-09T08:07:00Z</dcterms:modified>
</cp:coreProperties>
</file>